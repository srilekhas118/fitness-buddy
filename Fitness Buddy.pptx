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0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16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16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3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5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8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3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3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31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24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38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lekhas118/Fitness-Buddy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9A1B-C6E0-BA05-9F8F-CFBD91F2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368977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IBM University Engagement Project Submission </a:t>
            </a:r>
            <a:br>
              <a:rPr lang="en-IN" sz="6000" b="1" dirty="0"/>
            </a:br>
            <a:br>
              <a:rPr lang="en-IN" sz="800" b="1" dirty="0"/>
            </a:br>
            <a:br>
              <a:rPr lang="en-IN" sz="800" b="1" dirty="0"/>
            </a:br>
            <a:r>
              <a:rPr lang="en-IN" sz="2000" b="1" dirty="0"/>
              <a:t>“</a:t>
            </a:r>
            <a:r>
              <a:rPr lang="en-IN" sz="2400" b="1" i="1" dirty="0"/>
              <a:t>Exploring the Power of Agentic AI with IBM Granite and </a:t>
            </a:r>
            <a:r>
              <a:rPr lang="en-IN" sz="2400" b="1" i="1" dirty="0" err="1"/>
              <a:t>LangFlow</a:t>
            </a:r>
            <a:r>
              <a:rPr lang="en-IN" sz="2400" b="1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743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C95F-A074-94D9-46AE-E2488D79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525418"/>
          </a:xfrm>
        </p:spPr>
        <p:txBody>
          <a:bodyPr>
            <a:normAutofit/>
          </a:bodyPr>
          <a:lstStyle/>
          <a:p>
            <a:r>
              <a:rPr lang="en-IN" sz="3600" dirty="0"/>
              <a:t>Project Title - Fitness Buddy</a:t>
            </a:r>
            <a:br>
              <a:rPr lang="en-IN" sz="3600" dirty="0"/>
            </a:br>
            <a:r>
              <a:rPr lang="en-IN" sz="3600" dirty="0"/>
              <a:t>Domain of Project – Agentic AI, Wellness, Healthcare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90FB6F-ABF2-E0B6-5C70-D8DFDAC7F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460228"/>
              </p:ext>
            </p:extLst>
          </p:nvPr>
        </p:nvGraphicFramePr>
        <p:xfrm>
          <a:off x="1096963" y="1846261"/>
          <a:ext cx="10058400" cy="263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28887862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84284444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7698789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210327447"/>
                    </a:ext>
                  </a:extLst>
                </a:gridCol>
              </a:tblGrid>
              <a:tr h="1316730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Passport Photo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Mobile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506004"/>
                  </a:ext>
                </a:extLst>
              </a:tr>
              <a:tr h="1316730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SRILEKHA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srilekhas118@gmail.com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8608600680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05315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DEF6224-DEFF-63DF-2374-4D7F6FA02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901" y="3285993"/>
            <a:ext cx="743008" cy="92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79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D14C-455F-5261-DE2E-6A342CA6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br>
              <a:rPr lang="en-IN" dirty="0"/>
            </a:br>
            <a:r>
              <a:rPr lang="en-IN" sz="4000" b="1" dirty="0"/>
              <a:t>Fitness Buddy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B1FAB-BFA0-FD03-7936-B8147D5E1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13173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Challenge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dirty="0"/>
              <a:t>In today's fast-paced world, many individuals struggle to maintain a healthy lifestyle due to lack of personalized guidance, time constraints, and inconsistent motivation. Traditional fitness solutions often require expensive subscriptions, in-person consultations, or rigid schedules that don't adapt to personal preferences or daily routines.</a:t>
            </a:r>
          </a:p>
          <a:p>
            <a:pPr>
              <a:lnSpc>
                <a:spcPct val="120000"/>
              </a:lnSpc>
            </a:pPr>
            <a:r>
              <a:rPr lang="en-US" dirty="0"/>
              <a:t>There is a growing need for an accessible, friendly, and intelligent virtual assistant that can provide on-demand fitness advice, healthy lifestyle suggestions, and basic nutrition guidance- all tailored to individual needs and available at any time.</a:t>
            </a:r>
          </a:p>
          <a:p>
            <a:r>
              <a:rPr lang="en-US" dirty="0"/>
              <a:t>Fitness Buddy aims to solve this problem by offering a conversational, AI-powered health and fitness coach that can:</a:t>
            </a:r>
          </a:p>
          <a:p>
            <a:r>
              <a:rPr lang="en-US" dirty="0"/>
              <a:t>Recommend home workouts and routines based on user input.  </a:t>
            </a:r>
          </a:p>
          <a:p>
            <a:pPr marL="0"/>
            <a:r>
              <a:rPr lang="en-US" dirty="0"/>
              <a:t> - Provide motivational tips and daily fitness inspiration.  </a:t>
            </a:r>
          </a:p>
          <a:p>
            <a:pPr marL="0"/>
            <a:r>
              <a:rPr lang="en-US" dirty="0"/>
              <a:t> - Suggest simple, nutritious meal ideas.  </a:t>
            </a:r>
          </a:p>
          <a:p>
            <a:pPr marL="0"/>
            <a:r>
              <a:rPr lang="en-US" dirty="0"/>
              <a:t> - Encourage habit-building and consistency.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17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1C1D-017D-0BEF-8B01-BACC9357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397B68-D1CE-1261-D615-E10329EE77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24650"/>
            <a:ext cx="10244636" cy="286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Platforms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Cloud Lite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Provides the foundational cloud infrastructure and secure authentication pipelines.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watsonx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Orchestrate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Acts as the conversational agent container and deployment frontend platform.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Granite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Serves as the core Large Language Model (LLM) reasoning brain for text generation 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Langflow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Used as the low-code, drag-and-drop visual pipeline engine to design agentic workflows.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GitHub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Repository host for version control and project manifest storage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app.json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771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8607A-7D90-6D61-3754-767D8EF7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488047-C6FB-DE5B-6C4F-78B5479637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47734"/>
            <a:ext cx="10429193" cy="28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Retrieval-Augmented Generation (RAG)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Connects a targeted, local knowledge base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fitness_manual.txt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directly to the agent container to deliver fast, reliable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without model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Conversational Assistant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An interactive chat panel that cleanly interprets natural user phrases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"give me a home workout"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"I need simple recipes.“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Zero-Equipment Workouts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Automatically outputs structured 15-minute bodyweight routines, macro-balanced nutrition guides, and daily behavioral motivation triggers. </a:t>
            </a:r>
          </a:p>
        </p:txBody>
      </p:sp>
    </p:spTree>
    <p:extLst>
      <p:ext uri="{BB962C8B-B14F-4D97-AF65-F5344CB8AC3E}">
        <p14:creationId xmlns:p14="http://schemas.microsoft.com/office/powerpoint/2010/main" val="325459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526E-1309-7C00-8892-28CFADCC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Langflow</a:t>
            </a:r>
            <a:r>
              <a:rPr lang="en-IN" dirty="0"/>
              <a:t> component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4BD0E4-9B7A-619B-85BA-1E6F11CB1B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595531"/>
            <a:ext cx="1027611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Chat Input 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Captures real-time natural language query strings directly from the live chat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Prompt 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Holds the system instructions grounding the AI agent's behavior persona as an expert personal trainer.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watsonx.ai / LLM 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Connects securely via an API key to run token parsing using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Granite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foundation model [📡].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Chat Output 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Renders the final markdown-formatted text response stream back to the terminal. </a:t>
            </a:r>
          </a:p>
        </p:txBody>
      </p:sp>
    </p:spTree>
    <p:extLst>
      <p:ext uri="{BB962C8B-B14F-4D97-AF65-F5344CB8AC3E}">
        <p14:creationId xmlns:p14="http://schemas.microsoft.com/office/powerpoint/2010/main" val="64900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BD2E-4458-C6E2-7A42-943262FD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Langflow</a:t>
            </a:r>
            <a:r>
              <a:rPr lang="en-IN" dirty="0"/>
              <a:t> workflow</a:t>
            </a:r>
          </a:p>
        </p:txBody>
      </p:sp>
      <p:pic>
        <p:nvPicPr>
          <p:cNvPr id="9218" name="Picture 2" descr="AI generated image">
            <a:extLst>
              <a:ext uri="{FF2B5EF4-FFF2-40B4-BE49-F238E27FC236}">
                <a16:creationId xmlns:a16="http://schemas.microsoft.com/office/drawing/2014/main" id="{E6B50E46-B9D6-A99A-74FB-B9B8197850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018" y="1846263"/>
            <a:ext cx="9001387" cy="437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0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B099C-1E5A-4955-8B0A-1CE10CA7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blueprint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F060A7-019B-A6C3-B3F2-0330560F0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960" y="1846263"/>
            <a:ext cx="996612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8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ACDC-C512-3F77-8610-C2C6532B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Agentic AI in the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1D1FF9-5643-4F94-E738-67D325265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72422"/>
            <a:ext cx="1005840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Autonomous Decision 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system moves beyond linear chatbots by dynamically choosing the correct execution path based on the user's message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Orchestration over 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Uses drag-and-drop orchestration blocks to bridge intent parsing with complex data lookup pipelines seamlessly.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Predictable Executions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Lowers model hallucinations by keeping the AI agent safely restricted within predefined guardrails, system instructions, and fallback rules.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71055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A089-0126-15FF-2F95-84C0EB0D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0494B-BAEF-C724-1226-0782B6CB4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09152"/>
            <a:ext cx="10058400" cy="369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Langflow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Low-code visual pipeline orchestrator used to design and wire the agentic logic canvas.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Granite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foundational Large Language Model (LLM) serving as the core reasoning engine.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Cloud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Secure enterprise hosting provider managing access key structures and Lite infrastructure parameters.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Retrieval-Augmented Generation (RAG)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Architecture patterns used to connect localized knowledge text to the active agent container.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watsonx.ai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runtime machine learning workspace platform processing the model prompts and inference parameters.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Vector 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High-performance semantic vector index layer storing the partitioned fitness data arrays. </a:t>
            </a:r>
          </a:p>
        </p:txBody>
      </p:sp>
    </p:spTree>
    <p:extLst>
      <p:ext uri="{BB962C8B-B14F-4D97-AF65-F5344CB8AC3E}">
        <p14:creationId xmlns:p14="http://schemas.microsoft.com/office/powerpoint/2010/main" val="617127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4A64-2CF5-19B2-6129-D7EA9449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 and Uniqueness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A19C30-092E-D38F-D696-D2B850B766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95422"/>
            <a:ext cx="1018032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Contextual Intelligence Routing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Instead of relying on rigid, keyword-matching engines or linear tree logic, the platform utilizes advanced token parsing to route dynamic user intents autonomously.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Zero-Overhead Infrastructure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Built entirely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Cloud Lite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[📡]. It eliminates the need for expensive, round-the-clock server hosting while maintaining enterprise-level deployment readiness.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Seamless No-Code/Low-Code Hybrid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Uniquely blends the visual drag-and-drop flexibility of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the structured deployment manifest layers of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watsonx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Orchestrate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establish a scalable development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Hallucination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Combines localized RAG parameters with robust behavioral fallback rules to ensure all workouts, recipes, and instructions stay within accurate safety boundaries .</a:t>
            </a:r>
          </a:p>
        </p:txBody>
      </p:sp>
    </p:spTree>
    <p:extLst>
      <p:ext uri="{BB962C8B-B14F-4D97-AF65-F5344CB8AC3E}">
        <p14:creationId xmlns:p14="http://schemas.microsoft.com/office/powerpoint/2010/main" val="355991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25B5-04EA-F562-1C11-345147C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Hub Link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003BF3-DB34-EE4B-C0CD-B8537E8BE3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72366"/>
            <a:ext cx="1065689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Repository URL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  <a:hlinkClick r:id="rId2"/>
              </a:rPr>
              <a:t>https://github.com/srilekhas118/Fitness-Buddy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Repository Deliverables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app.json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Industry-standard deployment manifest file automating environment variable parameters 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README.md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Fully-grounded technical project overview documentation mapping project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Fitness_manual.txt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Vectorized knowledge base reference dataset containing the core fitness manual guidelines.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Problem_Statement.pdf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Official audit documentation for 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085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DF39-39E9-F2EC-D546-45579F35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99D867-D6E1-5856-4D5B-032707667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38219"/>
            <a:ext cx="10058400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Wearable IoT Device Integration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Connecting backend API scripts directly to smartwatches (Apple Watch, Fitbit) to pull real-time biometric metrics like heart rate or caloric burn.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Vector Database Expansion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Migrating from text files to managed vector engines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watsonx.data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Milvus to store vast catalogs of dynamic exercise videos and macro recipes.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Multi-Modal Computer Vision Analysis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Integrating camera inputs to let the Agentic AI analyze user workout postures live and offer real-time form correction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Multi-Channel Communication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Expanding channel integrations so the fitness coach can autonomously text progress updates or email personalized shopping lists via WhatsApp or Twilio. </a:t>
            </a:r>
          </a:p>
        </p:txBody>
      </p:sp>
    </p:spTree>
    <p:extLst>
      <p:ext uri="{BB962C8B-B14F-4D97-AF65-F5344CB8AC3E}">
        <p14:creationId xmlns:p14="http://schemas.microsoft.com/office/powerpoint/2010/main" val="3057542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406BF-11F6-BE4A-9426-3A36F026A6F5}"/>
              </a:ext>
            </a:extLst>
          </p:cNvPr>
          <p:cNvSpPr txBox="1"/>
          <p:nvPr/>
        </p:nvSpPr>
        <p:spPr>
          <a:xfrm>
            <a:off x="1317072" y="2541864"/>
            <a:ext cx="83009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>
                <a:latin typeface="Arial" panose="020B0604020202020204" pitchFamily="34" charset="0"/>
                <a:cs typeface="Arial" panose="020B0604020202020204" pitchFamily="34" charset="0"/>
              </a:rPr>
              <a:t>Thank You !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Thank you for your time and interest.</a:t>
            </a:r>
          </a:p>
        </p:txBody>
      </p:sp>
    </p:spTree>
    <p:extLst>
      <p:ext uri="{BB962C8B-B14F-4D97-AF65-F5344CB8AC3E}">
        <p14:creationId xmlns:p14="http://schemas.microsoft.com/office/powerpoint/2010/main" val="331583750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967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Retrospect</vt:lpstr>
      <vt:lpstr>IBM University Engagement Project Submission    “Exploring the Power of Agentic AI with IBM Granite and LangFlow”</vt:lpstr>
      <vt:lpstr>Project Title - Fitness Buddy Domain of Project – Agentic AI, Wellness, Healthcare</vt:lpstr>
      <vt:lpstr>Problem Statement Fitness Buddy</vt:lpstr>
      <vt:lpstr>Technology Used</vt:lpstr>
      <vt:lpstr>Proposed Solution</vt:lpstr>
      <vt:lpstr>Langflow component Used</vt:lpstr>
      <vt:lpstr>Langflow workflow</vt:lpstr>
      <vt:lpstr>Architecture blueprint</vt:lpstr>
      <vt:lpstr>Role of Agentic AI in the solution</vt:lpstr>
      <vt:lpstr>Technology Used</vt:lpstr>
      <vt:lpstr>Novelty and Uniqueness</vt:lpstr>
      <vt:lpstr>Git Hub Link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srilekhasaravanan@outlook.com</dc:creator>
  <cp:lastModifiedBy>srilekhasaravanan@outlook.com</cp:lastModifiedBy>
  <cp:revision>1</cp:revision>
  <dcterms:created xsi:type="dcterms:W3CDTF">2026-06-05T14:12:41Z</dcterms:created>
  <dcterms:modified xsi:type="dcterms:W3CDTF">2026-06-05T14:51:46Z</dcterms:modified>
</cp:coreProperties>
</file>